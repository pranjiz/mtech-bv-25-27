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-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-69088"/>
            <a:ext cx="10358120" cy="991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-69088"/>
            <a:ext cx="56019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dirty="0">
                <a:latin typeface="Times New Roman"/>
                <a:cs typeface="Times New Roman"/>
              </a:rPr>
              <a:t>Program</a:t>
            </a:r>
            <a:r>
              <a:rPr sz="4000" b="1" spc="-130" dirty="0">
                <a:latin typeface="Times New Roman"/>
                <a:cs typeface="Times New Roman"/>
              </a:rPr>
              <a:t> </a:t>
            </a:r>
            <a:r>
              <a:rPr sz="4000" b="1" dirty="0">
                <a:latin typeface="Times New Roman"/>
                <a:cs typeface="Times New Roman"/>
              </a:rPr>
              <a:t>flow</a:t>
            </a:r>
            <a:r>
              <a:rPr sz="4000" b="1" spc="-125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mechanism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5841" y="773429"/>
            <a:ext cx="11494770" cy="41739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247650" indent="-227329" algn="just">
              <a:lnSpc>
                <a:spcPct val="15000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Times New Roman"/>
                <a:cs typeface="Times New Roman"/>
              </a:rPr>
              <a:t>Conventional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machines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(uses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control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flow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mechanism)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mechanism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 	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order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execution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explicitly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programs.</a:t>
            </a:r>
            <a:endParaRPr sz="2400" dirty="0">
              <a:latin typeface="Times New Roman"/>
              <a:cs typeface="Times New Roman"/>
            </a:endParaRPr>
          </a:p>
          <a:p>
            <a:pPr marL="240029" marR="5080" indent="-227329" algn="just">
              <a:lnSpc>
                <a:spcPct val="15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  <a:tab pos="8420100" algn="l"/>
              </a:tabLst>
            </a:pPr>
            <a:r>
              <a:rPr sz="2400" b="1" dirty="0">
                <a:latin typeface="Times New Roman"/>
                <a:cs typeface="Times New Roman"/>
              </a:rPr>
              <a:t>Dataflow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machines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(uses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data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driven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mechanism)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on</a:t>
            </a:r>
            <a:r>
              <a:rPr sz="2400" dirty="0">
                <a:latin typeface="Times New Roman"/>
                <a:cs typeface="Times New Roman"/>
              </a:rPr>
              <a:t>	a data-driven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mechanism 	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allows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execution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instruction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driven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operand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availability.</a:t>
            </a:r>
            <a:endParaRPr sz="24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50000"/>
              </a:lnSpc>
              <a:spcBef>
                <a:spcPts val="68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flow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supports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high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degree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parallelism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grain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instruction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level.</a:t>
            </a:r>
            <a:endParaRPr sz="2400" dirty="0">
              <a:latin typeface="Times New Roman"/>
              <a:cs typeface="Times New Roman"/>
            </a:endParaRPr>
          </a:p>
          <a:p>
            <a:pPr marL="240029" indent="-227329" algn="just">
              <a:lnSpc>
                <a:spcPct val="15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Times New Roman"/>
                <a:cs typeface="Times New Roman"/>
              </a:rPr>
              <a:t>Reduction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computers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(Demand-</a:t>
            </a:r>
            <a:r>
              <a:rPr sz="2400" b="1" dirty="0">
                <a:latin typeface="Times New Roman"/>
                <a:cs typeface="Times New Roman"/>
              </a:rPr>
              <a:t>driven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mechanism)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demand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driven</a:t>
            </a:r>
            <a:endParaRPr sz="2400" dirty="0">
              <a:latin typeface="Times New Roman"/>
              <a:cs typeface="Times New Roman"/>
            </a:endParaRPr>
          </a:p>
          <a:p>
            <a:pPr marL="241300" algn="just">
              <a:lnSpc>
                <a:spcPct val="150000"/>
              </a:lnSpc>
            </a:pPr>
            <a:r>
              <a:rPr sz="2400" dirty="0">
                <a:latin typeface="Times New Roman"/>
                <a:cs typeface="Times New Roman"/>
              </a:rPr>
              <a:t>mechanism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which initiates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 operation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 on the</a:t>
            </a:r>
            <a:r>
              <a:rPr sz="2400" spc="-10" dirty="0">
                <a:latin typeface="Times New Roman"/>
                <a:cs typeface="Times New Roman"/>
              </a:rPr>
              <a:t> demand.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-69088"/>
            <a:ext cx="10358120" cy="926536"/>
          </a:xfrm>
          <a:prstGeom prst="rect">
            <a:avLst/>
          </a:prstGeom>
        </p:spPr>
        <p:txBody>
          <a:bodyPr vert="horz" wrap="square" lIns="0" tIns="3689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Arial Black" panose="020B0A04020102020204" pitchFamily="34" charset="0"/>
              </a:rPr>
              <a:t>Control</a:t>
            </a:r>
            <a:r>
              <a:rPr b="1" spc="-140" dirty="0">
                <a:latin typeface="Arial Black" panose="020B0A04020102020204" pitchFamily="34" charset="0"/>
              </a:rPr>
              <a:t> </a:t>
            </a:r>
            <a:r>
              <a:rPr b="1" dirty="0">
                <a:latin typeface="Arial Black" panose="020B0A04020102020204" pitchFamily="34" charset="0"/>
              </a:rPr>
              <a:t>flow</a:t>
            </a:r>
            <a:r>
              <a:rPr b="1" spc="-140" dirty="0">
                <a:latin typeface="Arial Black" panose="020B0A04020102020204" pitchFamily="34" charset="0"/>
              </a:rPr>
              <a:t> </a:t>
            </a:r>
            <a:r>
              <a:rPr b="1" spc="-10" dirty="0">
                <a:latin typeface="Arial Black" panose="020B0A04020102020204" pitchFamily="34" charset="0"/>
              </a:rPr>
              <a:t>computers</a:t>
            </a:r>
            <a:endParaRPr b="1" dirty="0">
              <a:latin typeface="Arial Black" panose="020B0A04020102020204" pitchFamily="34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313688"/>
            <a:ext cx="11995785" cy="5543550"/>
            <a:chOff x="0" y="1313688"/>
            <a:chExt cx="11995785" cy="55435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389062"/>
              <a:ext cx="11995642" cy="52842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399" y="6204203"/>
              <a:ext cx="1302258" cy="65303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0707" y="1313688"/>
              <a:ext cx="534161" cy="81762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1124" y="1600200"/>
              <a:ext cx="296417" cy="34823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9391" y="2497836"/>
              <a:ext cx="508254" cy="40767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8452" y="2417063"/>
              <a:ext cx="296417" cy="40309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1959" y="3781044"/>
              <a:ext cx="441197" cy="61798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68807" y="4997196"/>
              <a:ext cx="878586" cy="76428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8348" y="5280659"/>
              <a:ext cx="415289" cy="3253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95" y="6236208"/>
              <a:ext cx="300990" cy="48082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3627" y="6315455"/>
              <a:ext cx="448818" cy="40614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6927" y="6463282"/>
              <a:ext cx="494538" cy="29641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6937" y="95238"/>
            <a:ext cx="175998" cy="1851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5643" y="647700"/>
            <a:ext cx="11652131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-69088"/>
            <a:ext cx="10358120" cy="714811"/>
          </a:xfrm>
          <a:prstGeom prst="rect">
            <a:avLst/>
          </a:prstGeom>
        </p:spPr>
        <p:txBody>
          <a:bodyPr vert="horz" wrap="square" lIns="0" tIns="159258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b="1" spc="-40" dirty="0">
                <a:latin typeface="Arial Black" panose="020B0A04020102020204" pitchFamily="34" charset="0"/>
              </a:rPr>
              <a:t>Data</a:t>
            </a:r>
            <a:r>
              <a:rPr b="1" spc="-155" dirty="0">
                <a:latin typeface="Arial Black" panose="020B0A04020102020204" pitchFamily="34" charset="0"/>
              </a:rPr>
              <a:t> </a:t>
            </a:r>
            <a:r>
              <a:rPr b="1" dirty="0">
                <a:latin typeface="Arial Black" panose="020B0A04020102020204" pitchFamily="34" charset="0"/>
              </a:rPr>
              <a:t>flow</a:t>
            </a:r>
            <a:r>
              <a:rPr b="1" spc="-170" dirty="0">
                <a:latin typeface="Arial Black" panose="020B0A04020102020204" pitchFamily="34" charset="0"/>
              </a:rPr>
              <a:t> </a:t>
            </a:r>
            <a:r>
              <a:rPr b="1" spc="-30" dirty="0">
                <a:latin typeface="Arial Black" panose="020B0A04020102020204" pitchFamily="34" charset="0"/>
              </a:rPr>
              <a:t>Computers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60513"/>
            <a:ext cx="11918128" cy="55616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19125"/>
            <a:ext cx="12191999" cy="55459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585" y="576326"/>
            <a:ext cx="6002367" cy="55448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-69088"/>
            <a:ext cx="10358120" cy="742896"/>
          </a:xfrm>
          <a:prstGeom prst="rect">
            <a:avLst/>
          </a:prstGeom>
        </p:spPr>
        <p:txBody>
          <a:bodyPr vert="horz" wrap="square" lIns="0" tIns="126111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40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4000" b="1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sz="4000" b="1" spc="-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sz="4000" b="1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4000" b="1"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884" y="942123"/>
            <a:ext cx="11661648" cy="40055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-69088"/>
            <a:ext cx="10358120" cy="685957"/>
          </a:xfrm>
          <a:prstGeom prst="rect">
            <a:avLst/>
          </a:prstGeom>
        </p:spPr>
        <p:txBody>
          <a:bodyPr vert="horz" wrap="square" lIns="0" tIns="130683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b="1" spc="-30" dirty="0">
                <a:latin typeface="Arial Black" panose="020B0A04020102020204" pitchFamily="34" charset="0"/>
              </a:rPr>
              <a:t>Demand</a:t>
            </a:r>
            <a:r>
              <a:rPr b="1" spc="-155" dirty="0">
                <a:latin typeface="Arial Black" panose="020B0A04020102020204" pitchFamily="34" charset="0"/>
              </a:rPr>
              <a:t> </a:t>
            </a:r>
            <a:r>
              <a:rPr b="1" spc="-30" dirty="0">
                <a:latin typeface="Arial Black" panose="020B0A04020102020204" pitchFamily="34" charset="0"/>
              </a:rPr>
              <a:t>Driven</a:t>
            </a:r>
            <a:r>
              <a:rPr b="1" spc="-165" dirty="0">
                <a:latin typeface="Arial Black" panose="020B0A04020102020204" pitchFamily="34" charset="0"/>
              </a:rPr>
              <a:t> </a:t>
            </a:r>
            <a:r>
              <a:rPr b="1" spc="-20" dirty="0">
                <a:latin typeface="Arial Black" panose="020B0A04020102020204" pitchFamily="34" charset="0"/>
              </a:rPr>
              <a:t>Computers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290" y="998621"/>
            <a:ext cx="11899859" cy="51829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8" y="796925"/>
            <a:ext cx="12117322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7715"/>
            <a:ext cx="12189714" cy="674143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954639" y="347294"/>
            <a:ext cx="9874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585858"/>
                </a:solidFill>
                <a:latin typeface="Times New Roman"/>
                <a:cs typeface="Times New Roman"/>
              </a:rPr>
              <a:t>on</a:t>
            </a:r>
            <a:r>
              <a:rPr sz="1600" b="1" spc="-15" dirty="0">
                <a:solidFill>
                  <a:srgbClr val="585858"/>
                </a:solidFill>
                <a:latin typeface="Times New Roman"/>
                <a:cs typeface="Times New Roman"/>
              </a:rPr>
              <a:t> </a:t>
            </a:r>
            <a:r>
              <a:rPr sz="1600" b="1" spc="-10" dirty="0">
                <a:solidFill>
                  <a:srgbClr val="585858"/>
                </a:solidFill>
                <a:latin typeface="Times New Roman"/>
                <a:cs typeface="Times New Roman"/>
              </a:rPr>
              <a:t>demand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609600"/>
            <a:ext cx="10668000" cy="561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643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32</Words>
  <Application>Microsoft Office PowerPoint</Application>
  <PresentationFormat>Custom</PresentationFormat>
  <Paragraphs>11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Program flow mechanism</vt:lpstr>
      <vt:lpstr>Control flow computers</vt:lpstr>
      <vt:lpstr>PowerPoint Presentation</vt:lpstr>
      <vt:lpstr>Data flow Computers</vt:lpstr>
      <vt:lpstr>PowerPoint Presentation</vt:lpstr>
      <vt:lpstr>PowerPoint Presentation</vt:lpstr>
      <vt:lpstr>Control flow vs Data flow</vt:lpstr>
      <vt:lpstr>Demand Driven Computers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 flow mechanism</dc:title>
  <dc:creator>Kanwaljeet Singh</dc:creator>
  <cp:lastModifiedBy>Kanwaljeet Singh</cp:lastModifiedBy>
  <cp:revision>2</cp:revision>
  <dcterms:created xsi:type="dcterms:W3CDTF">2026-02-18T05:54:49Z</dcterms:created>
  <dcterms:modified xsi:type="dcterms:W3CDTF">2026-02-19T03:16:46Z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2025-03-30T00:00:00Z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2026-02-18T00:00:00Z</vt:filetime>
  </property>
  <property fmtid="{D5CDD505-2E9C-101B-9397-08002B2CF9AE}" pid="5" name="Producer">
    <vt:lpwstr>Microsoft® PowerPoint® 2019</vt:lpwstr>
  </property>
</Properties>
</file>